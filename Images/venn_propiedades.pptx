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contiene una imagen lista para usar.
[Sources]
- Imagen generada por herramienta de generación de imágenes (sin fuente externa).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Instrucciones basadas en funciones estándar de PowerPoint (“Combinar formas”).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PowerPoint_presentation_slide_features_Venn_di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11548872" cy="6217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58368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Diagrama de Venn: A, B∩C y A∪(B∩C)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Plantilla editable en PowerPoint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97280"/>
            <a:ext cx="566928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B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182880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F3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182880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F3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324612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F3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8076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947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097280"/>
            <a:ext cx="534924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325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Cómo sombrear regiones (sin código)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1874520"/>
            <a:ext cx="48920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Duplica los círculos para no perder los originales.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Para B∩C: selecciona las copias de B y C → Formato de forma → Combinar formas → Intersecar.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Para A∪(B∩C): selecciona A (copia) y la pieza (B∩C) → Combinar formas → Unión.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Aplica relleno (azul) y ajusta transparencia si lo necesitas.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Venn diagram (A, B∩C, A∪(B∩C))</dc:subject>
  <dc:creator>ChatGPT</dc:creator>
  <cp:lastModifiedBy>ChatGPT</cp:lastModifiedBy>
  <cp:revision>1</cp:revision>
  <dcterms:created xsi:type="dcterms:W3CDTF">2026-02-09T19:12:10Z</dcterms:created>
  <dcterms:modified xsi:type="dcterms:W3CDTF">2026-02-09T19:12:10Z</dcterms:modified>
</cp:coreProperties>
</file>